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9CA36-C3D0-47EF-998E-FD54B9CCA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54083B-E179-5FEC-875A-9373ACEBF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ja-JP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96CF7-0D5D-C9DD-264F-26758EFC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3BFAC7-6496-0DEE-C71F-8C6C5F93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A579C1-AFB8-A3F1-A5A2-E705C78C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26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B76A4-B30E-F95C-4200-23046218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5E3416-02AA-2021-03C7-7E76FD83D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C7917-A253-A8E4-C6F4-45D076CC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5A4D9F-6E57-5F53-B37D-620963EC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ED9E5E-9A1D-8222-1AA6-DEA1DF28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091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DDAD3-0774-2E57-DF67-A7B2F8780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2F7010-8DAB-DED3-09B5-48091B315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2F46E-A8ED-7D42-233E-21BA766B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BADCE-AC4D-96B6-EEB1-7788FE39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1803B6-7685-520D-AF8F-0EDE1A12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38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2FAC8-498E-7BC3-E35E-8505B44A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E8026-696D-CA83-841E-FC6CEAD62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EFF6DD-58CB-ABFC-18C3-0A5635E6C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97716C-CD08-0B6D-268B-6C7C25A5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1AA90-FC7B-ACDF-925A-F5B20193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6A4138-F3B6-7768-CA98-B80E6FDB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318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61322-C01E-9CF4-20F4-7A82DE74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87CFBB-5469-2833-5BB8-DC553889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8E2E0A-D34E-40BB-FB94-14C95081F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E2F5C8-9090-28F2-4505-A5D8F457D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E48D78-CF4D-FF6D-7AC1-C70DAF73F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7BAF4E-A1F0-98D4-412D-4ABF81B06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D698298-71E6-2DE5-7B68-30DFCAD47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1A97D9-6D31-9ABE-D502-1E579E4A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033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768F0-222D-6202-ABDF-BD4206BD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223757-D9E7-08D0-DAC7-C5731FF7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E79DB5-44B1-52E2-9ABF-3EE5E8FD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EDE915-1191-5B43-65F4-F289F3C4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542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5F4E3D-15DD-261D-365C-11F75C2D1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128AF3-6BF5-3727-96C6-92465C07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1BBCE7-C1F4-67F2-A2D4-7E532F98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64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7883E-1682-07C0-95E7-132842A58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EB9420-88F0-5682-CD7E-7EFAC2631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B0B699-39F7-9059-07A2-177C83003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0346DE-BF33-2E0D-E0D1-14C83F36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89188C-50AF-6595-90D8-A9E7FAF0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978C65-5864-084F-26FA-725BD963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8299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7F451-D5FC-FA29-4637-D8F38B3C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437C2D-9158-ADDF-03E7-49E7B1F64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FD5A79-F5BE-F9C0-9204-FC9EDB32D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6E735A-B865-F625-5F92-CA9F08134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AB88A7-2617-5928-B6DC-F8911677C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F6B83-1792-D2CE-AB7C-73ACC675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64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527A9-F0F1-5B94-5164-2CD41806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65A2E8-8DE3-64F2-6F99-9713564B4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EC3CC-64AE-9D72-CCE2-E897B4A8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ACED25-2C78-D865-BD57-4338E493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DC3AF-AB7C-9A8D-368D-8108B2CF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89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CAC590-8915-85E4-DA4D-D0CE6090D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0339DE-AA54-2C3F-523C-6058824F3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A056CE-AADA-9A76-16A8-F88D51CCB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AE6FB9-1132-AD99-B40A-3FC8C75F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B499B-0102-C2AB-0122-1593B552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33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4A4460-20E1-FB39-8A5D-020C40D6B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ja-JP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4ACEF-3052-5812-7894-C77FC0760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ja-JP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A17BA0-FD13-54F6-95EC-B4EF3CB7E4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FAF42-75DB-40F3-9BF4-975219622163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9503FF-D1F4-2F9E-15D9-2744F5532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C14AC-8E77-CDB9-E70A-8331C34FE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66A64C-6E1C-4459-A58F-039967CDCB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00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53306-FF5A-8DA0-36CE-6049A27F5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ja-JP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The Fighting</a:t>
            </a:r>
            <a:br>
              <a:rPr lang="en-US" altLang="ja-JP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br>
              <a:rPr lang="en-US" altLang="ja-JP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ja-JP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차발표</a:t>
            </a:r>
            <a:endParaRPr kumimoji="1" lang="ja-JP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A1107F-7FFC-17E6-1145-733AA144C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ja-JP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ja-JP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ja-JP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2022180012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김형민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kumimoji="1" lang="en-US" altLang="ja-JP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2025 2DGP</a:t>
            </a:r>
            <a:endParaRPr kumimoji="1" lang="ja-JP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017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49395-67B3-A9DB-005D-88D608C4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1453"/>
            <a:ext cx="10515600" cy="395288"/>
          </a:xfrm>
        </p:spPr>
        <p:txBody>
          <a:bodyPr>
            <a:normAutofit/>
          </a:bodyPr>
          <a:lstStyle/>
          <a:p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개발 진행 상황</a:t>
            </a:r>
            <a:endParaRPr kumimoji="1" lang="ja-JP" altLang="en-US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BCE5024-6909-9B7B-B893-7C008340B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773978"/>
              </p:ext>
            </p:extLst>
          </p:nvPr>
        </p:nvGraphicFramePr>
        <p:xfrm>
          <a:off x="0" y="681038"/>
          <a:ext cx="12192000" cy="6005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471">
                  <a:extLst>
                    <a:ext uri="{9D8B030D-6E8A-4147-A177-3AD203B41FA5}">
                      <a16:colId xmlns:a16="http://schemas.microsoft.com/office/drawing/2014/main" val="597542580"/>
                    </a:ext>
                  </a:extLst>
                </a:gridCol>
                <a:gridCol w="864374">
                  <a:extLst>
                    <a:ext uri="{9D8B030D-6E8A-4147-A177-3AD203B41FA5}">
                      <a16:colId xmlns:a16="http://schemas.microsoft.com/office/drawing/2014/main" val="2663306883"/>
                    </a:ext>
                  </a:extLst>
                </a:gridCol>
                <a:gridCol w="7762080">
                  <a:extLst>
                    <a:ext uri="{9D8B030D-6E8A-4147-A177-3AD203B41FA5}">
                      <a16:colId xmlns:a16="http://schemas.microsoft.com/office/drawing/2014/main" val="3226578647"/>
                    </a:ext>
                  </a:extLst>
                </a:gridCol>
                <a:gridCol w="2109075">
                  <a:extLst>
                    <a:ext uri="{9D8B030D-6E8A-4147-A177-3AD203B41FA5}">
                      <a16:colId xmlns:a16="http://schemas.microsoft.com/office/drawing/2014/main" val="1195031560"/>
                    </a:ext>
                  </a:extLst>
                </a:gridCol>
              </a:tblGrid>
              <a:tr h="412639"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진행률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513577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게임 타이틀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선택창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투기장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구현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idle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및 이동 </a:t>
                      </a:r>
                      <a:r>
                        <a:rPr lang="ko-KR" altLang="en-US" sz="12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스프라이트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테스트</a:t>
                      </a:r>
                      <a:endParaRPr lang="en-US" altLang="ko-KR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400849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TitleScene</a:t>
                      </a:r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1" lang="en-US" altLang="ja-JP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PlayScene</a:t>
                      </a:r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캐릭터 </a:t>
                      </a:r>
                      <a:r>
                        <a:rPr kumimoji="1"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스프라이트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테스트 완료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067977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이동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잡기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레이지 스킬 구현</a:t>
                      </a:r>
                      <a:endParaRPr lang="en-US" altLang="ko-KR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90%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696662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Priest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캐릭터의 이동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구현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923260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이동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잡기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레이지 스킬 구현</a:t>
                      </a:r>
                      <a:endParaRPr lang="en-US" altLang="ko-KR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90%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322724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Thief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캐릭터의 이동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 구현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168096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이동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잡기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레이지 스킬 구현</a:t>
                      </a:r>
                      <a:endParaRPr lang="en-US" altLang="ko-KR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90%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95258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Fighter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캐릭터의 이동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 구현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91641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이동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잡기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레이지 스킬 구현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(11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월 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</a:t>
                      </a:r>
                      <a:r>
                        <a:rPr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</a:t>
                      </a:r>
                      <a:r>
                        <a:rPr lang="en-US" altLang="ko-KR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~)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722195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Dark Knight 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캐릭터 </a:t>
                      </a:r>
                      <a:r>
                        <a:rPr kumimoji="1" lang="ko-KR" altLang="en-US" sz="12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스프라이트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정리 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(11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월 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11</a:t>
                      </a:r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 기준</a:t>
                      </a:r>
                      <a:r>
                        <a:rPr kumimoji="1"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310823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충돌처리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271269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180235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사운드 및 결과화면 구현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119154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912453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프로젝트 점검 및 </a:t>
                      </a:r>
                      <a:r>
                        <a:rPr kumimoji="1" lang="ko-KR" altLang="en-US" sz="12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미구현된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내용 구현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571212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81108"/>
                  </a:ext>
                </a:extLst>
              </a:tr>
              <a:tr h="310715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/>
                      <a:r>
                        <a:rPr kumimoji="1" lang="en-US" altLang="ja-JP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</a:t>
                      </a:r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ko-KR" altLang="en-US" sz="12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프로젝트 제출</a:t>
                      </a:r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591488"/>
                  </a:ext>
                </a:extLst>
              </a:tr>
              <a:tr h="3107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949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623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5A8D0-4C8C-B276-21BA-BA339D03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60"/>
            <a:ext cx="6941234" cy="662637"/>
          </a:xfrm>
        </p:spPr>
        <p:txBody>
          <a:bodyPr>
            <a:normAutofit/>
          </a:bodyPr>
          <a:lstStyle/>
          <a:p>
            <a:r>
              <a:rPr lang="en-US" altLang="ko-KR"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Github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Commits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통계 페이지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(11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 기준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1E2B20-7BAA-8F95-9A19-D1472589A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34" y="872197"/>
            <a:ext cx="10826731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65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192</Words>
  <Application>Microsoft Office PowerPoint</Application>
  <PresentationFormat>와이드스크린</PresentationFormat>
  <Paragraphs>68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Noto Sans KR</vt:lpstr>
      <vt:lpstr>游ゴシック</vt:lpstr>
      <vt:lpstr>游ゴシック Light</vt:lpstr>
      <vt:lpstr>Arial</vt:lpstr>
      <vt:lpstr>Office 테마</vt:lpstr>
      <vt:lpstr>The Fighting  2차발표</vt:lpstr>
      <vt:lpstr>프로젝트 개발 진행 상황</vt:lpstr>
      <vt:lpstr>Github Commits 통계 페이지 (11월 10일 기준)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김형민(2022180012)</dc:creator>
  <cp:lastModifiedBy>yoru asa</cp:lastModifiedBy>
  <cp:revision>5</cp:revision>
  <dcterms:created xsi:type="dcterms:W3CDTF">2025-11-11T05:51:52Z</dcterms:created>
  <dcterms:modified xsi:type="dcterms:W3CDTF">2025-11-11T19:20:32Z</dcterms:modified>
</cp:coreProperties>
</file>