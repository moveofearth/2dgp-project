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8" autoAdjust="0"/>
    <p:restoredTop sz="94660"/>
  </p:normalViewPr>
  <p:slideViewPr>
    <p:cSldViewPr snapToGrid="0">
      <p:cViewPr varScale="1">
        <p:scale>
          <a:sx n="68" d="100"/>
          <a:sy n="68" d="100"/>
        </p:scale>
        <p:origin x="75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A9CA36-C3D0-47EF-998E-FD54B9CCAF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ja-JP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B54083B-E179-5FEC-875A-9373ACEBF3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ja-JP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496CF7-0D5D-C9DD-264F-26758EFC9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FAF42-75DB-40F3-9BF4-975219622163}" type="datetimeFigureOut">
              <a:rPr kumimoji="1" lang="ja-JP" altLang="en-US" smtClean="0"/>
              <a:t>2025/11/11</a:t>
            </a:fld>
            <a:endParaRPr kumimoji="1" lang="ja-JP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93BFAC7-6496-0DEE-C71F-8C6C5F939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A579C1-AFB8-A3F1-A5A2-E705C78C3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6A64C-6E1C-4459-A58F-039967CDCB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2262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1B76A4-B30E-F95C-4200-23046218C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ja-JP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5E3416-02AA-2021-03C7-7E76FD83D0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ja-JP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7C7917-A253-A8E4-C6F4-45D076CCA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FAF42-75DB-40F3-9BF4-975219622163}" type="datetimeFigureOut">
              <a:rPr kumimoji="1" lang="ja-JP" altLang="en-US" smtClean="0"/>
              <a:t>2025/11/11</a:t>
            </a:fld>
            <a:endParaRPr kumimoji="1" lang="ja-JP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5A4D9F-6E57-5F53-B37D-620963EC4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ED9E5E-9A1D-8222-1AA6-DEA1DF281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6A64C-6E1C-4459-A58F-039967CDCB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0917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0DDAD3-0774-2E57-DF67-A7B2F8780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ja-JP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2F7010-8DAB-DED3-09B5-48091B315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22F46E-A8ED-7D42-233E-21BA766B2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FAF42-75DB-40F3-9BF4-975219622163}" type="datetimeFigureOut">
              <a:rPr kumimoji="1" lang="ja-JP" altLang="en-US" smtClean="0"/>
              <a:t>2025/11/11</a:t>
            </a:fld>
            <a:endParaRPr kumimoji="1" lang="ja-JP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9BADCE-AC4D-96B6-EEB1-7788FE39E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1803B6-7685-520D-AF8F-0EDE1A12B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6A64C-6E1C-4459-A58F-039967CDCB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6383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92FAC8-498E-7BC3-E35E-8505B44A8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ja-JP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1E8026-696D-CA83-841E-FC6CEAD621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ja-JP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DEFF6DD-58CB-ABFC-18C3-0A5635E6CF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ja-JP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D97716C-CD08-0B6D-268B-6C7C25A5A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FAF42-75DB-40F3-9BF4-975219622163}" type="datetimeFigureOut">
              <a:rPr kumimoji="1" lang="ja-JP" altLang="en-US" smtClean="0"/>
              <a:t>2025/11/11</a:t>
            </a:fld>
            <a:endParaRPr kumimoji="1" lang="ja-JP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F71AA90-FC7B-ACDF-925A-F5B201938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D6A4138-F3B6-7768-CA98-B80E6FDBC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6A64C-6E1C-4459-A58F-039967CDCB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3318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F61322-C01E-9CF4-20F4-7A82DE74A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ja-JP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287CFBB-5469-2833-5BB8-DC553889DD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98E2E0A-D34E-40BB-FB94-14C95081FB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ja-JP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1E2F5C8-9090-28F2-4505-A5D8F457DD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AE48D78-CF4D-FF6D-7AC1-C70DAF73F0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ja-JP" alt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17BAF4E-A1F0-98D4-412D-4ABF81B06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FAF42-75DB-40F3-9BF4-975219622163}" type="datetimeFigureOut">
              <a:rPr kumimoji="1" lang="ja-JP" altLang="en-US" smtClean="0"/>
              <a:t>2025/11/11</a:t>
            </a:fld>
            <a:endParaRPr kumimoji="1" lang="ja-JP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D698298-71E6-2DE5-7B68-30DFCAD47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21A97D9-6D31-9ABE-D502-1E579E4A4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6A64C-6E1C-4459-A58F-039967CDCB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033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A768F0-222D-6202-ABDF-BD4206BDA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ja-JP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D223757-D9E7-08D0-DAC7-C5731FF71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FAF42-75DB-40F3-9BF4-975219622163}" type="datetimeFigureOut">
              <a:rPr kumimoji="1" lang="ja-JP" altLang="en-US" smtClean="0"/>
              <a:t>2025/11/11</a:t>
            </a:fld>
            <a:endParaRPr kumimoji="1" lang="ja-JP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EE79DB5-44B1-52E2-9ABF-3EE5E8FD6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5EDE915-1191-5B43-65F4-F289F3C49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6A64C-6E1C-4459-A58F-039967CDCB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6542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65F4E3D-15DD-261D-365C-11F75C2D1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FAF42-75DB-40F3-9BF4-975219622163}" type="datetimeFigureOut">
              <a:rPr kumimoji="1" lang="ja-JP" altLang="en-US" smtClean="0"/>
              <a:t>2025/11/11</a:t>
            </a:fld>
            <a:endParaRPr kumimoji="1" lang="ja-JP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7128AF3-6BF5-3727-96C6-92465C078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01BBCE7-C1F4-67F2-A2D4-7E532F981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6A64C-6E1C-4459-A58F-039967CDCB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2641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07883E-1682-07C0-95E7-132842A58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ja-JP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EB9420-88F0-5682-CD7E-7EFAC2631F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ja-JP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8B0B699-39F7-9059-07A2-177C83003C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40346DE-BF33-2E0D-E0D1-14C83F36B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FAF42-75DB-40F3-9BF4-975219622163}" type="datetimeFigureOut">
              <a:rPr kumimoji="1" lang="ja-JP" altLang="en-US" smtClean="0"/>
              <a:t>2025/11/11</a:t>
            </a:fld>
            <a:endParaRPr kumimoji="1" lang="ja-JP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A89188C-50AF-6595-90D8-A9E7FAF0E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A978C65-5864-084F-26FA-725BD9636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6A64C-6E1C-4459-A58F-039967CDCB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8299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87F451-D5FC-FA29-4637-D8F38B3CC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ja-JP" alt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5437C2D-9158-ADDF-03E7-49E7B1F649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8FD5A79-F5BE-F9C0-9204-FC9EDB32DD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56E735A-B865-F625-5F92-CA9F08134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FAF42-75DB-40F3-9BF4-975219622163}" type="datetimeFigureOut">
              <a:rPr kumimoji="1" lang="ja-JP" altLang="en-US" smtClean="0"/>
              <a:t>2025/11/11</a:t>
            </a:fld>
            <a:endParaRPr kumimoji="1" lang="ja-JP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FAB88A7-2617-5928-B6DC-F8911677C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0EF6B83-1792-D2CE-AB7C-73ACC6757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6A64C-6E1C-4459-A58F-039967CDCB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9643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D527A9-F0F1-5B94-5164-2CD41806E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ja-JP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465A2E8-8DE3-64F2-6F99-9713564B43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ja-JP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8EC3CC-64AE-9D72-CCE2-E897B4A83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FAF42-75DB-40F3-9BF4-975219622163}" type="datetimeFigureOut">
              <a:rPr kumimoji="1" lang="ja-JP" altLang="en-US" smtClean="0"/>
              <a:t>2025/11/11</a:t>
            </a:fld>
            <a:endParaRPr kumimoji="1" lang="ja-JP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ACED25-2C78-D865-BD57-4338E4932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2DC3AF-AB7C-9A8D-368D-8108B2CFD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6A64C-6E1C-4459-A58F-039967CDCB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898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3CAC590-8915-85E4-DA4D-D0CE6090D6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  <a:endParaRPr kumimoji="1" lang="ja-JP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F0339DE-AA54-2C3F-523C-6058824F31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ja-JP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A056CE-AADA-9A76-16A8-F88D51CCB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FAF42-75DB-40F3-9BF4-975219622163}" type="datetimeFigureOut">
              <a:rPr kumimoji="1" lang="ja-JP" altLang="en-US" smtClean="0"/>
              <a:t>2025/11/11</a:t>
            </a:fld>
            <a:endParaRPr kumimoji="1" lang="ja-JP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AE6FB9-1132-AD99-B40A-3FC8C75FE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0B499B-0102-C2AB-0122-1593B5529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6A64C-6E1C-4459-A58F-039967CDCB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7433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C4A4460-20E1-FB39-8A5D-020C40D6B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  <a:endParaRPr kumimoji="1" lang="ja-JP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34ACEF-3052-5812-7894-C77FC0760B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ja-JP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A17BA0-FD13-54F6-95EC-B4EF3CB7E4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2FAF42-75DB-40F3-9BF4-975219622163}" type="datetimeFigureOut">
              <a:rPr kumimoji="1" lang="ja-JP" altLang="en-US" smtClean="0"/>
              <a:t>2025/11/11</a:t>
            </a:fld>
            <a:endParaRPr kumimoji="1" lang="ja-JP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9503FF-D1F4-2F9E-15D9-2744F55329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0C14AC-8E77-CDB9-E70A-8331C34FE1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66A64C-6E1C-4459-A58F-039967CDCB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8001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D53306-FF5A-8DA0-36CE-6049A27F52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0020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altLang="ja-JP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The Fighting</a:t>
            </a:r>
            <a:br>
              <a:rPr lang="en-US" altLang="ja-JP" b="1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br>
              <a:rPr lang="en-US" altLang="ja-JP" b="1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ja-JP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ko-KR" altLang="en-US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차발표</a:t>
            </a:r>
            <a:endParaRPr kumimoji="1" lang="ja-JP" altLang="en-US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8A1107F-7FFC-17E6-1145-733AA144CF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US" altLang="ja-JP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ja-JP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ja-JP" dirty="0">
                <a:latin typeface="Noto Sans KR" panose="020B0200000000000000" pitchFamily="50" charset="-127"/>
                <a:ea typeface="Noto Sans KR" panose="020B0200000000000000" pitchFamily="50" charset="-127"/>
              </a:rPr>
              <a:t>2022180012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김형민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kumimoji="1" lang="en-US" altLang="ja-JP" dirty="0">
                <a:latin typeface="Noto Sans KR" panose="020B0200000000000000" pitchFamily="50" charset="-127"/>
                <a:ea typeface="Noto Sans KR" panose="020B0200000000000000" pitchFamily="50" charset="-127"/>
              </a:rPr>
              <a:t>2025 2DGP</a:t>
            </a:r>
            <a:endParaRPr kumimoji="1" lang="ja-JP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001785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649395-67B3-A9DB-005D-88D608C48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71453"/>
            <a:ext cx="10515600" cy="395288"/>
          </a:xfrm>
        </p:spPr>
        <p:txBody>
          <a:bodyPr>
            <a:normAutofit/>
          </a:bodyPr>
          <a:lstStyle/>
          <a:p>
            <a:r>
              <a:rPr lang="ko-KR" altLang="en-US" sz="1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개발 진행 상황</a:t>
            </a:r>
            <a:endParaRPr kumimoji="1" lang="ja-JP" altLang="en-US" sz="18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FBCE5024-6909-9B7B-B893-7C008340B6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7934151"/>
              </p:ext>
            </p:extLst>
          </p:nvPr>
        </p:nvGraphicFramePr>
        <p:xfrm>
          <a:off x="0" y="681038"/>
          <a:ext cx="12192000" cy="60055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6471">
                  <a:extLst>
                    <a:ext uri="{9D8B030D-6E8A-4147-A177-3AD203B41FA5}">
                      <a16:colId xmlns:a16="http://schemas.microsoft.com/office/drawing/2014/main" val="597542580"/>
                    </a:ext>
                  </a:extLst>
                </a:gridCol>
                <a:gridCol w="864374">
                  <a:extLst>
                    <a:ext uri="{9D8B030D-6E8A-4147-A177-3AD203B41FA5}">
                      <a16:colId xmlns:a16="http://schemas.microsoft.com/office/drawing/2014/main" val="2663306883"/>
                    </a:ext>
                  </a:extLst>
                </a:gridCol>
                <a:gridCol w="7762080">
                  <a:extLst>
                    <a:ext uri="{9D8B030D-6E8A-4147-A177-3AD203B41FA5}">
                      <a16:colId xmlns:a16="http://schemas.microsoft.com/office/drawing/2014/main" val="3226578647"/>
                    </a:ext>
                  </a:extLst>
                </a:gridCol>
                <a:gridCol w="2109075">
                  <a:extLst>
                    <a:ext uri="{9D8B030D-6E8A-4147-A177-3AD203B41FA5}">
                      <a16:colId xmlns:a16="http://schemas.microsoft.com/office/drawing/2014/main" val="1195031560"/>
                    </a:ext>
                  </a:extLst>
                </a:gridCol>
              </a:tblGrid>
              <a:tr h="412639">
                <a:tc>
                  <a:txBody>
                    <a:bodyPr/>
                    <a:lstStyle/>
                    <a:p>
                      <a:pPr algn="ctr"/>
                      <a:r>
                        <a:rPr kumimoji="1"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주차</a:t>
                      </a:r>
                      <a:endParaRPr kumimoji="1" lang="ja-JP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kumimoji="1"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내용</a:t>
                      </a:r>
                      <a:endParaRPr kumimoji="1" lang="ja-JP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진행률</a:t>
                      </a:r>
                      <a:endParaRPr kumimoji="1" lang="ja-JP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513577"/>
                  </a:ext>
                </a:extLst>
              </a:tr>
              <a:tr h="310715">
                <a:tc rowSpan="2">
                  <a:txBody>
                    <a:bodyPr/>
                    <a:lstStyle/>
                    <a:p>
                      <a:pPr algn="ctr"/>
                      <a:endParaRPr kumimoji="1" lang="en-US" altLang="ja-JP" sz="12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algn="ctr"/>
                      <a:r>
                        <a:rPr kumimoji="1" lang="en-US" altLang="ja-JP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  <a:r>
                        <a:rPr kumimoji="1" lang="ko-KR" altLang="en-US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주</a:t>
                      </a:r>
                      <a:endParaRPr kumimoji="1" lang="ja-JP" altLang="en-US" sz="12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계획</a:t>
                      </a:r>
                      <a:endParaRPr kumimoji="1" lang="ja-JP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게임 타이틀</a:t>
                      </a:r>
                      <a:r>
                        <a:rPr lang="en-US" altLang="ko-KR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캐릭터 선택창</a:t>
                      </a:r>
                      <a:r>
                        <a:rPr lang="en-US" altLang="ko-KR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200" b="1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투기장</a:t>
                      </a:r>
                      <a:r>
                        <a:rPr lang="ko-KR" altLang="en-US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구현</a:t>
                      </a:r>
                      <a:r>
                        <a:rPr lang="en-US" altLang="ko-KR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캐릭터 </a:t>
                      </a:r>
                      <a:r>
                        <a:rPr lang="en-US" altLang="ko-KR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idle </a:t>
                      </a:r>
                      <a:r>
                        <a:rPr lang="ko-KR" altLang="en-US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및 이동 </a:t>
                      </a:r>
                      <a:r>
                        <a:rPr lang="ko-KR" altLang="en-US" sz="1200" b="1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스프라이트</a:t>
                      </a:r>
                      <a:r>
                        <a:rPr lang="ko-KR" altLang="en-US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테스트</a:t>
                      </a:r>
                      <a:endParaRPr lang="en-US" altLang="ko-KR" sz="12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endParaRPr kumimoji="1" lang="en-US" altLang="ja-JP" sz="12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algn="ctr"/>
                      <a:r>
                        <a:rPr kumimoji="1" lang="en-US" altLang="ja-JP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90%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0400849"/>
                  </a:ext>
                </a:extLst>
              </a:tr>
              <a:tr h="310715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결과</a:t>
                      </a:r>
                      <a:endParaRPr kumimoji="1" lang="ja-JP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TitleScene</a:t>
                      </a:r>
                      <a:r>
                        <a:rPr kumimoji="1" lang="en-US" altLang="ja-JP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(temp), </a:t>
                      </a:r>
                      <a:r>
                        <a:rPr kumimoji="1" lang="en-US" altLang="ja-JP" sz="12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PlayScene</a:t>
                      </a:r>
                      <a:r>
                        <a:rPr kumimoji="1" lang="en-US" altLang="ja-JP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</a:t>
                      </a:r>
                      <a:r>
                        <a:rPr kumimoji="1"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캐릭터 </a:t>
                      </a:r>
                      <a:r>
                        <a:rPr kumimoji="1" lang="ko-KR" altLang="en-US" sz="12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스프라이트</a:t>
                      </a:r>
                      <a:r>
                        <a:rPr kumimoji="1"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테스트 완료</a:t>
                      </a:r>
                      <a:endParaRPr kumimoji="1" lang="ja-JP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0067977"/>
                  </a:ext>
                </a:extLst>
              </a:tr>
              <a:tr h="310715">
                <a:tc rowSpan="2">
                  <a:txBody>
                    <a:bodyPr/>
                    <a:lstStyle/>
                    <a:p>
                      <a:pPr algn="ctr"/>
                      <a:endParaRPr kumimoji="1" lang="en-US" altLang="ja-JP" sz="12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algn="ctr"/>
                      <a:r>
                        <a:rPr kumimoji="1" lang="en-US" altLang="ja-JP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</a:t>
                      </a:r>
                      <a:r>
                        <a:rPr kumimoji="1" lang="ko-KR" altLang="en-US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주</a:t>
                      </a:r>
                      <a:endParaRPr kumimoji="1" lang="ja-JP" altLang="en-US" sz="12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계획</a:t>
                      </a:r>
                      <a:endParaRPr kumimoji="1" lang="ja-JP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캐릭터 </a:t>
                      </a:r>
                      <a:r>
                        <a:rPr lang="en-US" altLang="ko-KR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  <a:r>
                        <a:rPr lang="ko-KR" altLang="en-US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의 이동</a:t>
                      </a:r>
                      <a:r>
                        <a:rPr lang="en-US" altLang="ko-KR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공격</a:t>
                      </a:r>
                      <a:r>
                        <a:rPr lang="en-US" altLang="ko-KR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잡기</a:t>
                      </a:r>
                      <a:r>
                        <a:rPr lang="en-US" altLang="ko-KR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레이지 스킬 구현</a:t>
                      </a:r>
                      <a:endParaRPr lang="en-US" altLang="ko-KR" sz="12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endParaRPr kumimoji="1" lang="en-US" altLang="ja-JP" sz="12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algn="ctr"/>
                      <a:r>
                        <a:rPr kumimoji="1" lang="en-US" altLang="ja-JP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90%</a:t>
                      </a:r>
                      <a:endParaRPr kumimoji="1" lang="ja-JP" altLang="en-US" sz="12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696662"/>
                  </a:ext>
                </a:extLst>
              </a:tr>
              <a:tr h="310715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결과</a:t>
                      </a:r>
                      <a:endParaRPr kumimoji="1" lang="ja-JP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Priest </a:t>
                      </a:r>
                      <a:r>
                        <a:rPr kumimoji="1"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캐릭터의 이동</a:t>
                      </a:r>
                      <a:r>
                        <a:rPr kumimoji="1" lang="en-US" altLang="ko-KR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kumimoji="1"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공격</a:t>
                      </a:r>
                      <a:r>
                        <a:rPr kumimoji="1" lang="en-US" altLang="ko-KR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kumimoji="1"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구현</a:t>
                      </a:r>
                      <a:endParaRPr kumimoji="1" lang="ja-JP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7923260"/>
                  </a:ext>
                </a:extLst>
              </a:tr>
              <a:tr h="310715">
                <a:tc rowSpan="2">
                  <a:txBody>
                    <a:bodyPr/>
                    <a:lstStyle/>
                    <a:p>
                      <a:pPr algn="ctr"/>
                      <a:endParaRPr kumimoji="1" lang="en-US" altLang="ja-JP" sz="12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algn="ctr"/>
                      <a:r>
                        <a:rPr kumimoji="1" lang="en-US" altLang="ja-JP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</a:t>
                      </a:r>
                      <a:r>
                        <a:rPr kumimoji="1" lang="ko-KR" altLang="en-US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주</a:t>
                      </a:r>
                      <a:endParaRPr kumimoji="1" lang="ja-JP" altLang="en-US" sz="12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계획</a:t>
                      </a:r>
                      <a:endParaRPr kumimoji="1" lang="ja-JP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캐릭터 </a:t>
                      </a:r>
                      <a:r>
                        <a:rPr lang="en-US" altLang="ko-KR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</a:t>
                      </a:r>
                      <a:r>
                        <a:rPr lang="ko-KR" altLang="en-US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의 이동</a:t>
                      </a:r>
                      <a:r>
                        <a:rPr lang="en-US" altLang="ko-KR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공격</a:t>
                      </a:r>
                      <a:r>
                        <a:rPr lang="en-US" altLang="ko-KR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잡기</a:t>
                      </a:r>
                      <a:r>
                        <a:rPr lang="en-US" altLang="ko-KR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레이지 스킬 구현</a:t>
                      </a:r>
                      <a:endParaRPr lang="en-US" altLang="ko-KR" sz="12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endParaRPr kumimoji="1" lang="en-US" altLang="ja-JP" sz="12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algn="ctr"/>
                      <a:r>
                        <a:rPr kumimoji="1" lang="en-US" altLang="ja-JP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90%</a:t>
                      </a:r>
                      <a:endParaRPr kumimoji="1" lang="ja-JP" altLang="en-US" sz="12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7322724"/>
                  </a:ext>
                </a:extLst>
              </a:tr>
              <a:tr h="310715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결과</a:t>
                      </a:r>
                      <a:endParaRPr kumimoji="1" lang="ja-JP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Thief </a:t>
                      </a:r>
                      <a:r>
                        <a:rPr kumimoji="1"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캐릭터의 이동</a:t>
                      </a:r>
                      <a:r>
                        <a:rPr kumimoji="1" lang="en-US" altLang="ko-KR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kumimoji="1"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공격 구현</a:t>
                      </a:r>
                      <a:endParaRPr kumimoji="1" lang="ja-JP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5168096"/>
                  </a:ext>
                </a:extLst>
              </a:tr>
              <a:tr h="310715">
                <a:tc rowSpan="2">
                  <a:txBody>
                    <a:bodyPr/>
                    <a:lstStyle/>
                    <a:p>
                      <a:pPr algn="ctr"/>
                      <a:endParaRPr kumimoji="1" lang="en-US" altLang="ja-JP" sz="12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algn="ctr"/>
                      <a:r>
                        <a:rPr kumimoji="1" lang="en-US" altLang="ja-JP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4</a:t>
                      </a:r>
                      <a:r>
                        <a:rPr kumimoji="1" lang="ko-KR" altLang="en-US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주</a:t>
                      </a:r>
                      <a:endParaRPr kumimoji="1" lang="ja-JP" altLang="en-US" sz="12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계획</a:t>
                      </a:r>
                      <a:endParaRPr kumimoji="1" lang="ja-JP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캐릭터 </a:t>
                      </a:r>
                      <a:r>
                        <a:rPr lang="en-US" altLang="ko-KR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</a:t>
                      </a:r>
                      <a:r>
                        <a:rPr lang="ko-KR" altLang="en-US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의 이동</a:t>
                      </a:r>
                      <a:r>
                        <a:rPr lang="en-US" altLang="ko-KR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공격</a:t>
                      </a:r>
                      <a:r>
                        <a:rPr lang="en-US" altLang="ko-KR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잡기</a:t>
                      </a:r>
                      <a:r>
                        <a:rPr lang="en-US" altLang="ko-KR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레이지 스킬 구현</a:t>
                      </a:r>
                      <a:endParaRPr lang="en-US" altLang="ko-KR" sz="12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endParaRPr kumimoji="1" lang="en-US" altLang="ja-JP" sz="12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algn="ctr"/>
                      <a:r>
                        <a:rPr kumimoji="1" lang="en-US" altLang="ja-JP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90%</a:t>
                      </a:r>
                      <a:endParaRPr kumimoji="1" lang="ja-JP" altLang="en-US" sz="12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9295258"/>
                  </a:ext>
                </a:extLst>
              </a:tr>
              <a:tr h="310715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결과</a:t>
                      </a:r>
                      <a:endParaRPr kumimoji="1" lang="ja-JP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Fighter </a:t>
                      </a:r>
                      <a:r>
                        <a:rPr kumimoji="1"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캐릭터의 이동</a:t>
                      </a:r>
                      <a:r>
                        <a:rPr kumimoji="1" lang="en-US" altLang="ko-KR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kumimoji="1"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공격 구현</a:t>
                      </a:r>
                      <a:endParaRPr kumimoji="1" lang="ja-JP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1691641"/>
                  </a:ext>
                </a:extLst>
              </a:tr>
              <a:tr h="310715">
                <a:tc rowSpan="2">
                  <a:txBody>
                    <a:bodyPr/>
                    <a:lstStyle/>
                    <a:p>
                      <a:pPr algn="ctr"/>
                      <a:endParaRPr kumimoji="1" lang="en-US" altLang="ja-JP" sz="12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algn="ctr"/>
                      <a:r>
                        <a:rPr kumimoji="1" lang="en-US" altLang="ja-JP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5</a:t>
                      </a:r>
                      <a:r>
                        <a:rPr kumimoji="1" lang="ko-KR" altLang="en-US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주</a:t>
                      </a:r>
                      <a:endParaRPr kumimoji="1" lang="ja-JP" altLang="en-US" sz="12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계획</a:t>
                      </a:r>
                      <a:endParaRPr kumimoji="1" lang="ja-JP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캐릭터 </a:t>
                      </a:r>
                      <a:r>
                        <a:rPr lang="en-US" altLang="ko-KR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4</a:t>
                      </a:r>
                      <a:r>
                        <a:rPr lang="ko-KR" altLang="en-US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의 이동</a:t>
                      </a:r>
                      <a:r>
                        <a:rPr lang="en-US" altLang="ko-KR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공격</a:t>
                      </a:r>
                      <a:r>
                        <a:rPr lang="en-US" altLang="ko-KR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잡기</a:t>
                      </a:r>
                      <a:r>
                        <a:rPr lang="en-US" altLang="ko-KR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레이지 스킬 구현 </a:t>
                      </a:r>
                      <a:r>
                        <a:rPr lang="en-US" altLang="ko-KR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(11</a:t>
                      </a:r>
                      <a:r>
                        <a:rPr lang="ko-KR" altLang="en-US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월 </a:t>
                      </a:r>
                      <a:r>
                        <a:rPr lang="en-US" altLang="ko-KR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10</a:t>
                      </a:r>
                      <a:r>
                        <a:rPr lang="ko-KR" altLang="en-US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일</a:t>
                      </a:r>
                      <a:r>
                        <a:rPr lang="en-US" altLang="ko-KR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~)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endParaRPr kumimoji="1" lang="en-US" altLang="ja-JP" sz="12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algn="ctr"/>
                      <a:endParaRPr kumimoji="1" lang="ja-JP" altLang="en-US" sz="12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5722195"/>
                  </a:ext>
                </a:extLst>
              </a:tr>
              <a:tr h="310715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결과</a:t>
                      </a:r>
                      <a:endParaRPr kumimoji="1" lang="ja-JP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Dark Knight </a:t>
                      </a:r>
                      <a:r>
                        <a:rPr kumimoji="1"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캐릭터 </a:t>
                      </a:r>
                      <a:r>
                        <a:rPr kumimoji="1" lang="ko-KR" altLang="en-US" sz="12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스프라이트</a:t>
                      </a:r>
                      <a:r>
                        <a:rPr kumimoji="1"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정리 </a:t>
                      </a:r>
                      <a:r>
                        <a:rPr kumimoji="1" lang="en-US" altLang="ko-KR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(11</a:t>
                      </a:r>
                      <a:r>
                        <a:rPr kumimoji="1"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월 </a:t>
                      </a:r>
                      <a:r>
                        <a:rPr kumimoji="1" lang="en-US" altLang="ko-KR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11</a:t>
                      </a:r>
                      <a:r>
                        <a:rPr kumimoji="1"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일 기준</a:t>
                      </a:r>
                      <a:r>
                        <a:rPr kumimoji="1" lang="en-US" altLang="ko-KR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  <a:endParaRPr kumimoji="1" lang="ja-JP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5310823"/>
                  </a:ext>
                </a:extLst>
              </a:tr>
              <a:tr h="310715">
                <a:tc rowSpan="2">
                  <a:txBody>
                    <a:bodyPr/>
                    <a:lstStyle/>
                    <a:p>
                      <a:pPr algn="ctr"/>
                      <a:endParaRPr kumimoji="1" lang="en-US" altLang="ja-JP" sz="12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algn="ctr"/>
                      <a:r>
                        <a:rPr kumimoji="1" lang="en-US" altLang="ja-JP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6</a:t>
                      </a:r>
                      <a:r>
                        <a:rPr kumimoji="1" lang="ko-KR" altLang="en-US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주</a:t>
                      </a:r>
                      <a:endParaRPr kumimoji="1" lang="ja-JP" altLang="en-US" sz="12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계획</a:t>
                      </a:r>
                      <a:endParaRPr kumimoji="1" lang="ja-JP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ko-KR" altLang="en-US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충돌처리</a:t>
                      </a:r>
                      <a:endParaRPr kumimoji="1" lang="ja-JP" altLang="en-US" sz="12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endParaRPr kumimoji="1" lang="ja-JP" altLang="en-US" sz="12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271269"/>
                  </a:ext>
                </a:extLst>
              </a:tr>
              <a:tr h="310715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결과</a:t>
                      </a:r>
                      <a:endParaRPr kumimoji="1" lang="ja-JP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7180235"/>
                  </a:ext>
                </a:extLst>
              </a:tr>
              <a:tr h="310715">
                <a:tc rowSpan="2">
                  <a:txBody>
                    <a:bodyPr/>
                    <a:lstStyle/>
                    <a:p>
                      <a:pPr algn="ctr"/>
                      <a:endParaRPr kumimoji="1" lang="en-US" altLang="ja-JP" sz="12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algn="ctr"/>
                      <a:r>
                        <a:rPr kumimoji="1" lang="en-US" altLang="ja-JP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7</a:t>
                      </a:r>
                      <a:r>
                        <a:rPr kumimoji="1" lang="ko-KR" altLang="en-US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주</a:t>
                      </a:r>
                      <a:endParaRPr kumimoji="1" lang="ja-JP" altLang="en-US" sz="12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계획</a:t>
                      </a:r>
                      <a:endParaRPr kumimoji="1" lang="ja-JP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ko-KR" altLang="en-US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사운드 및 결과화면 구현</a:t>
                      </a:r>
                      <a:endParaRPr kumimoji="1" lang="ja-JP" altLang="en-US" sz="12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endParaRPr kumimoji="1" lang="ja-JP" altLang="en-US" sz="12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4119154"/>
                  </a:ext>
                </a:extLst>
              </a:tr>
              <a:tr h="310715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결과</a:t>
                      </a:r>
                      <a:endParaRPr kumimoji="1" lang="ja-JP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4912453"/>
                  </a:ext>
                </a:extLst>
              </a:tr>
              <a:tr h="310715">
                <a:tc rowSpan="2">
                  <a:txBody>
                    <a:bodyPr/>
                    <a:lstStyle/>
                    <a:p>
                      <a:pPr algn="ctr"/>
                      <a:endParaRPr kumimoji="1" lang="en-US" altLang="ja-JP" sz="12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algn="ctr"/>
                      <a:r>
                        <a:rPr kumimoji="1" lang="en-US" altLang="ja-JP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8</a:t>
                      </a:r>
                      <a:r>
                        <a:rPr kumimoji="1" lang="ko-KR" altLang="en-US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주</a:t>
                      </a:r>
                      <a:endParaRPr kumimoji="1" lang="ja-JP" altLang="en-US" sz="12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계획</a:t>
                      </a:r>
                      <a:endParaRPr kumimoji="1" lang="ja-JP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ko-KR" altLang="en-US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프로젝트 점검 및 </a:t>
                      </a:r>
                      <a:r>
                        <a:rPr kumimoji="1" lang="ko-KR" altLang="en-US" sz="1200" b="1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미구현된</a:t>
                      </a:r>
                      <a:r>
                        <a:rPr kumimoji="1" lang="ko-KR" altLang="en-US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내용 구현</a:t>
                      </a:r>
                      <a:endParaRPr kumimoji="1" lang="ja-JP" altLang="en-US" sz="12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endParaRPr kumimoji="1" lang="ja-JP" altLang="en-US" sz="12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1571212"/>
                  </a:ext>
                </a:extLst>
              </a:tr>
              <a:tr h="310715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결과</a:t>
                      </a:r>
                      <a:endParaRPr kumimoji="1" lang="ja-JP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481108"/>
                  </a:ext>
                </a:extLst>
              </a:tr>
              <a:tr h="310715">
                <a:tc rowSpan="2">
                  <a:txBody>
                    <a:bodyPr/>
                    <a:lstStyle/>
                    <a:p>
                      <a:pPr algn="ctr"/>
                      <a:endParaRPr kumimoji="1" lang="en-US" altLang="ja-JP" sz="12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algn="ctr"/>
                      <a:r>
                        <a:rPr kumimoji="1" lang="en-US" altLang="ja-JP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9</a:t>
                      </a:r>
                      <a:r>
                        <a:rPr kumimoji="1" lang="ko-KR" altLang="en-US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주</a:t>
                      </a:r>
                      <a:endParaRPr kumimoji="1" lang="ja-JP" altLang="en-US" sz="12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계획</a:t>
                      </a:r>
                      <a:endParaRPr kumimoji="1" lang="ja-JP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ko-KR" altLang="en-US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프로젝트 제출</a:t>
                      </a:r>
                      <a:endParaRPr kumimoji="1" lang="ja-JP" altLang="en-US" sz="12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endParaRPr kumimoji="1" lang="ja-JP" altLang="en-US" sz="12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1591488"/>
                  </a:ext>
                </a:extLst>
              </a:tr>
              <a:tr h="310715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결과</a:t>
                      </a:r>
                      <a:endParaRPr kumimoji="1" lang="ja-JP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69490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9623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55A8D0-4C8C-B276-21BA-BA339D032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560"/>
            <a:ext cx="6941234" cy="662637"/>
          </a:xfrm>
        </p:spPr>
        <p:txBody>
          <a:bodyPr>
            <a:normAutofit/>
          </a:bodyPr>
          <a:lstStyle/>
          <a:p>
            <a:r>
              <a:rPr lang="en-US" altLang="ko-KR"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Github</a:t>
            </a:r>
            <a:r>
              <a:rPr lang="en-US" altLang="ko-KR"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Commits </a:t>
            </a:r>
            <a:r>
              <a:rPr lang="ko-KR" altLang="en-US"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통계 페이지 </a:t>
            </a:r>
            <a:r>
              <a:rPr lang="en-US" altLang="ko-KR"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(11</a:t>
            </a:r>
            <a:r>
              <a:rPr lang="ko-KR" altLang="en-US"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월 </a:t>
            </a:r>
            <a:r>
              <a:rPr lang="en-US" altLang="ko-KR"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10</a:t>
            </a:r>
            <a:r>
              <a:rPr lang="ko-KR" altLang="en-US"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일 기준</a:t>
            </a:r>
            <a:r>
              <a:rPr lang="en-US" altLang="ko-KR"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ko-KR" altLang="en-US" sz="1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1D755A7-5640-00A1-A9EA-2840262C3D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872197"/>
            <a:ext cx="10515600" cy="5620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0656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</TotalTime>
  <Words>194</Words>
  <Application>Microsoft Office PowerPoint</Application>
  <PresentationFormat>와이드스크린</PresentationFormat>
  <Paragraphs>68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8" baseType="lpstr">
      <vt:lpstr>Noto Sans KR</vt:lpstr>
      <vt:lpstr>游ゴシック</vt:lpstr>
      <vt:lpstr>游ゴシック Light</vt:lpstr>
      <vt:lpstr>Arial</vt:lpstr>
      <vt:lpstr>Office 테마</vt:lpstr>
      <vt:lpstr>The Fighting  2차발표</vt:lpstr>
      <vt:lpstr>프로젝트 개발 진행 상황</vt:lpstr>
      <vt:lpstr>Github Commits 통계 페이지 (11월 10일 기준)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김형민(2022180012)</dc:creator>
  <cp:lastModifiedBy>yoru asa</cp:lastModifiedBy>
  <cp:revision>3</cp:revision>
  <dcterms:created xsi:type="dcterms:W3CDTF">2025-11-11T05:51:52Z</dcterms:created>
  <dcterms:modified xsi:type="dcterms:W3CDTF">2025-11-11T11:53:31Z</dcterms:modified>
</cp:coreProperties>
</file>